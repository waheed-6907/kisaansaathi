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HACK-X 2026 · 35-HOUR HACKATHON · MJCET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KisanSaathi (किसान साथी)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Farmers with Direct Mandi Access, Computer Vision Quality Grading &amp; Cluster Logistics.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658368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in Telangana lose 15–20% of produce value to intermediary commissions, face arbitrary quality grading cuts at mandis, and incur unaffordable freight costs for sub-500kg harvests.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658368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519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 Agriculture, FoodTech &amp; Rural Innovation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800600"/>
            <a:ext cx="658368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377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 Telangana (Warangal, Medchal, Hyderabad, Secunderabad, Nizamabad)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5486400"/>
            <a:ext cx="658368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235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 Full-Stack PWA · Bilingual Voice AI · Leaflet GPS Tracking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89520" y="822960"/>
            <a:ext cx="3840480" cy="5394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A2B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ForeverKnights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818120" y="2011680"/>
            <a:ext cx="338328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Gulam Waheed Mujtaba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Architect &amp; Full Stack Lead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Architecture · Escrow Engine · Leaflet GIS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3337560"/>
            <a:ext cx="338328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Mohammed Ateeq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 &amp; AI Systems Engineer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0" y="3977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NLP Assistant · Speech APIs · Cloud DevOps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4663440"/>
            <a:ext cx="338328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Samiullah Khan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Agri-Tech Specialist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55280" y="5303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Farmer-Centric UX · Quality Grading Models · Agri Research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KISANSAATHI ·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993392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Listing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captures crop photo or sample specs via 1-tap mobile PWA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52928" y="1234440"/>
            <a:ext cx="1993392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A2B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90088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Grading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0088" y="210312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predicts grain uniformity, Elite/Premium grade &amp; fair price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74336" y="1234440"/>
            <a:ext cx="1993392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1496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11496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Pooling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11496" y="210312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Sub-500kg yields auto-pooled into Warangal Cluster #12 for 38% freight savings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95744" y="1234440"/>
            <a:ext cx="1993392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2904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32904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Negotiation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32904" y="210312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counter-offer desk connects directly with wholesale buyers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217152" y="1234440"/>
            <a:ext cx="1993392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54312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Payout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54312" y="210312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24h DBT bank transfer with Leaflet live GPS transit navigation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Mandi System vs KisanSaathi Model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611880"/>
          <a:ext cx="6949440" cy="2468880"/>
        </p:xfrm>
        <a:graphic>
          <a:graphicData uri="http://schemas.openxmlformats.org/drawingml/2006/table">
            <a:tbl>
              <a:tblPr/>
              <a:tblGrid>
                <a:gridCol w="2316480"/>
                <a:gridCol w="2316480"/>
                <a:gridCol w="23164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84FC"/>
                          </a:solidFill>
                        </a:rPr>
                        <a:t>EVALUATION PARAMETER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7171"/>
                          </a:solidFill>
                        </a:rPr>
                        <a:t>TRADITIONAL MANDI CHANNEL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</a:rPr>
                        <a:t>KISANSAATHI PLATFORM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Intermediary Commissions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12% – 18% cut taken by brokers &amp; commission agents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0% Middleman cut; direct buyer-to-farmer trade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Produce Quality Grading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Subjective visual inspection favoring buyers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Automated Computer Vision defect ratio &amp; grade check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Freight &amp; Transportation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High individual freight rate (₹3.80 / Kg)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Cluster Pooling cuts freight to ₹2.35 / Kg (38% savings)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Payment Settlement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Delayed 15–45 days via paper chits &amp; informal debt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Escrow guaranteed DBT transfer within 24 hours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7909560" y="3246120"/>
            <a:ext cx="3520440" cy="2834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A2B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92440" y="34290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PROPOSITION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92440" y="37490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just list crops. Guarantee fair grading, shared logistics &amp; verified payment."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92440" y="45262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Telangana Sona (RNR 15048) Premium Market Realization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092440" y="48920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Warangal Agri-Cluster #12 Local Aggregation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092440" y="52578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Soil Health Card Integration for Soil-Tested Pricing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092440" y="56235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Pre-approved 4% Subsidized Loan based on Agri Credit Score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KISANSAATHI ·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993392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5331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 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Crop Specs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52928" y="1234440"/>
            <a:ext cx="1993392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135331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Quality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44368" y="167335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&amp; Grade Check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74336" y="1234440"/>
            <a:ext cx="1993392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35331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Optimizer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65776" y="167335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Sub-500kg Grouping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95744" y="1234440"/>
            <a:ext cx="1993392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87184" y="135331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Escrow Desk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87184" y="167335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Counter-Offers &amp; Bids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17152" y="1234440"/>
            <a:ext cx="1993392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135331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Transit Router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08592" y="1673352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GPS Tracking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6949440" cy="3566160"/>
        </p:xfrm>
        <a:graphic>
          <a:graphicData uri="http://schemas.openxmlformats.org/drawingml/2006/table">
            <a:tbl>
              <a:tblPr/>
              <a:tblGrid>
                <a:gridCol w="2316480"/>
                <a:gridCol w="2316480"/>
                <a:gridCol w="23164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84FC"/>
                          </a:solidFill>
                        </a:rPr>
                        <a:t>SYSTEM LAYER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TECHNOLOGY STACK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</a:rPr>
                        <a:t>OPERATIONAL FUNCTIONALITY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Frontend UI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PWA, HTML5, Tailwind CSS, Lucide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Dual view: Native Mobile frame &amp; Desktop portal mode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Backend Server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Node.js, Zero-dependency HTTP server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Static asset serving, OTP auth, escrow simulation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AI &amp; Quality CV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OpenCV / Browser CV Inference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Instant grain ratio grading (Elite/Premium/Classic)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Conversational NLP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Kisan Mitra (Web Speech API)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Bilingual voice synthesis (en-IN &amp; hi-IN) with live advice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GIS Navigation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Leaflet.js &amp; OpenStreetMap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Interactive farm-to-mandi route (Geesugonda-Bowenpally)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909560" y="2377440"/>
            <a:ext cx="352044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24688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Voice Engine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092440" y="272491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En/Hi toggle on login &amp; header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92440" y="29626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agro-advisory for Warangal mandis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92440" y="320040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 voice synthesis in English &amp; Hindi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909560" y="3593592"/>
            <a:ext cx="352044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92440" y="36850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Credit Ledger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092440" y="394106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hash verification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92440" y="417880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785/900 Agri Credit Score evaluation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092440" y="441655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Pre-approved 4% KCC subsidized loan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909560" y="4809744"/>
            <a:ext cx="352044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92440" y="490118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Geo-Routing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092440" y="515721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 transit polyline across Telangana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092440" y="539496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Coordinates: Warangal (17.96, 79.59)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092440" y="563270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Bowenpally Wholesale Mandi (17.47, 78.48)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KISANSAATHI ·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Technical Viability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Zero-install PWA running directly in browser; client-side CV execution minimizes rural bandwidth 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1234440"/>
            <a:ext cx="34290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3716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 Economic Viability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7373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listing for farmers; sustainable 1.5% convenience fee charged to corporate bulk buyers on settled trades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55280" y="1234440"/>
            <a:ext cx="34290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3716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Operational Scalability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17373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Telangana warehousing corridors, state marketing committees &amp; authorized District Soil Testing Labs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Challenge Mitigation Matrix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63240"/>
          <a:ext cx="6949440" cy="283464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7171"/>
                          </a:solidFill>
                        </a:rPr>
                        <a:t>IDENTIFIED RISK / CHALLENGE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</a:rPr>
                        <a:t>KISANSAATHI MITIGATION STRATEGY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Digital Literacy &amp; Language Gaps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Bilingual voice assistant (Hindi &amp; English) + 1-tap OTP and Quick Demo access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Fragmented Harvests (&lt;500 Kg)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Automated cluster recommendation pooling local farmers for shared freight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Farmer Payment Distrust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Verified escrow release upon physical mandi receipt + immutable blockchain logs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Unreliable Rural Connectivity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Client-side state persistence (localStorage) with background network sync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909560" y="2743200"/>
            <a:ext cx="352044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A2B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292608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STATUS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92440" y="3200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35-Hour Hackathon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92440" y="349300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Functional PWA with mobile app simulation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092440" y="373075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Computer Vision quality grading simulator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396849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price negotiation desk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092440" y="42062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Escrow wallet &amp; bank payout module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092440" y="44439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Telangana Soil Labs &amp; Warehouses directory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092440" y="4800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 Roadmap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092440" y="509320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 Government e-NAM API integration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092440" y="533095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 Satellite NDVI crop health monitoring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092440" y="556869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 Direct UPI 2.0 automatic mandates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KISANSAATHI ·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LEVEL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20% to 28% Net Income Uplift via middleman elimination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Arbitrary Deductions with objective CV grading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00837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38% Freight Cost Reduction via Warangal Cluster pooling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48386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to 4% Subsidized Credit backed by 785 credit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3429000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371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DEMAND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26280" y="1600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Buyers &amp; Millers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0574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Farm-Gate Sourcing from verified Telangana farmers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53288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Quality Certificates reducing dispute risks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00837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Logistics Dispatch across highway corridors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348386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Invoicing and scheduled delivery timelines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1234440"/>
            <a:ext cx="3429000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371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GOVERNANCE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1600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Agri Dept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38160" y="205740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Crop Yield Data across Telangana districts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53288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Soil Health Card Adoption via automated lab locator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300837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DBT Transparency with digital escrow audit trail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348386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Post-Harvest Losses through swift market linkages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343400"/>
            <a:ext cx="256032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A2B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₹5,200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" y="5120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Extra Income per MT of Paddy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4343400"/>
            <a:ext cx="256032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A2B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520440" y="5120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 Reduction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343400"/>
            <a:ext cx="256032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A2B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217920" y="5120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DBT Escrow Payout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23960" y="4343400"/>
            <a:ext cx="2560320" cy="1600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A2B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4526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Districts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915400" y="5120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Deep Agricultural Coverage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KISANSAATHI ·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Problem Evidence &amp; Market 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NITI Aayog: Agricultural Marketing and Farmer Friendly Reforms Index (Intermediary margin losses in mandis).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Directorate of Economics and Statistics, Telangana: Annual Crop Productivity Report for Warangal &amp; Nizamabad.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Ministry of Agriculture &amp; Farmers Welfare: Soil Health Card Scheme &amp; PMFBY operational guidelines.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23444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71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Agronomic Research &amp; Crop Standards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1920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PJTSAU Rajendranagar: Telangana Sona (RNR 15048) glycemic index &amp; seed yield standards.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ICAR-CRIDA Hyderabad: Nutrient threshold norms and organic pest control remedies.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3566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Telangana State Warehousing Corporation: Godown storage capacities &amp; preservation norms.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0" y="123444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371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Technology &amp; Architecture Foundation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38160" y="1920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IEEE / ScienceDirect: Computer Vision in automated grain quality inspection and defect estimation.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W3C Web Speech API: Bilingual voice synthesis protocols for rural accessibility.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38160" y="3566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Leaflet.js &amp; OpenStreetMap: Routing engines for transit distance computation.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4800600"/>
            <a:ext cx="1065276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93776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52120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portals merely list phone numbers. KisanSaathi standardizes quality with Computer Vision, eliminates freight barriers through cluster pooling, and guarantees payment with verified escrow."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2026-10-09T17:57:35Z</dcterms:created>
  <dcterms:modified xsi:type="dcterms:W3CDTF">2026-10-09T17:57:35Z</dcterms:modified>
</cp:coreProperties>
</file>